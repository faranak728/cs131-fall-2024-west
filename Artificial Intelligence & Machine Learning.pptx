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78" r:id="rId7"/>
    <p:sldId id="279" r:id="rId8"/>
    <p:sldId id="258" r:id="rId9"/>
    <p:sldId id="280" r:id="rId10"/>
    <p:sldId id="281" r:id="rId11"/>
    <p:sldId id="282" r:id="rId12"/>
    <p:sldId id="266" r:id="rId13"/>
    <p:sldId id="284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655" autoAdjust="0"/>
  </p:normalViewPr>
  <p:slideViewPr>
    <p:cSldViewPr snapToGrid="0">
      <p:cViewPr varScale="1">
        <p:scale>
          <a:sx n="75" d="100"/>
          <a:sy n="75" d="100"/>
        </p:scale>
        <p:origin x="902" y="48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12/7/2024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12/7/2024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324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144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593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6832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4654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00718" y="3167230"/>
            <a:ext cx="4941771" cy="3200400"/>
          </a:xfrm>
        </p:spPr>
        <p:txBody>
          <a:bodyPr anchor="ctr"/>
          <a:lstStyle/>
          <a:p>
            <a:r>
              <a:rPr lang="en-US" dirty="0"/>
              <a:t>Artificial Intelligence &amp; Machine Learning</a:t>
            </a:r>
            <a:br>
              <a:rPr lang="en-US" dirty="0"/>
            </a:br>
            <a:br>
              <a:rPr lang="en-US" sz="2000" dirty="0"/>
            </a:br>
            <a:r>
              <a:rPr lang="en-US" sz="1600" dirty="0"/>
              <a:t>An Overview by </a:t>
            </a:r>
            <a:r>
              <a:rPr lang="en-US" sz="1600" b="1" dirty="0" err="1"/>
              <a:t>Faranak</a:t>
            </a:r>
            <a:r>
              <a:rPr lang="en-US" sz="1600" b="1" dirty="0"/>
              <a:t> Ashrafi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69645"/>
            <a:ext cx="2895600" cy="1325563"/>
          </a:xfrm>
        </p:spPr>
        <p:txBody>
          <a:bodyPr/>
          <a:lstStyle/>
          <a:p>
            <a:r>
              <a:rPr lang="en-US" dirty="0"/>
              <a:t>What is Artificial Intelligence?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4489" y="2723890"/>
            <a:ext cx="2895600" cy="3269589"/>
          </a:xfrm>
        </p:spPr>
        <p:txBody>
          <a:bodyPr>
            <a:normAutofit/>
          </a:bodyPr>
          <a:lstStyle/>
          <a:p>
            <a:r>
              <a:rPr lang="en-US" dirty="0"/>
              <a:t>AI simulates human intelligence to perform tasks like problem-solving, reasoning, and decision-</a:t>
            </a:r>
            <a:r>
              <a:rPr lang="en-US" dirty="0" err="1"/>
              <a:t>making.Examples</a:t>
            </a:r>
            <a:r>
              <a:rPr lang="en-US" dirty="0"/>
              <a:t>: Playing games, understanding speech, and recognizing images.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72499" y="221010"/>
            <a:ext cx="4179570" cy="3377354"/>
          </a:xfrm>
        </p:spPr>
        <p:txBody>
          <a:bodyPr/>
          <a:lstStyle/>
          <a:p>
            <a:r>
              <a:rPr lang="en-US" dirty="0"/>
              <a:t>Types of AI</a:t>
            </a:r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AFA5E-469B-2BFC-9D4E-BD1EC6E48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4702" y="1656080"/>
            <a:ext cx="4755457" cy="3376691"/>
          </a:xfrm>
        </p:spPr>
        <p:txBody>
          <a:bodyPr/>
          <a:lstStyle/>
          <a:p>
            <a:r>
              <a:rPr lang="en-US" sz="2800" dirty="0"/>
              <a:t>Narrow AI: Performs specific tasks (e.g., Siri, self-driving cars).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General AI: Theoretical concept of machines with human-like intelligence.</a:t>
            </a:r>
          </a:p>
        </p:txBody>
      </p:sp>
      <p:pic>
        <p:nvPicPr>
          <p:cNvPr id="16" name="Picture Placeholder 15" descr="A person stretching in a gym">
            <a:extLst>
              <a:ext uri="{FF2B5EF4-FFF2-40B4-BE49-F238E27FC236}">
                <a16:creationId xmlns:a16="http://schemas.microsoft.com/office/drawing/2014/main" id="{448EF356-1822-E2AE-2794-322870D4C22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44" r="44"/>
          <a:stretch/>
        </p:blipFill>
        <p:spPr>
          <a:xfrm>
            <a:off x="0" y="-5080"/>
            <a:ext cx="6576291" cy="6872605"/>
          </a:xfr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44268F6-A361-9907-F87F-9C4377ECA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1459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>
            <a:normAutofit/>
          </a:bodyPr>
          <a:lstStyle/>
          <a:p>
            <a:r>
              <a:rPr lang="en-US" sz="3600" dirty="0"/>
              <a:t>What is Machine Learning?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r>
              <a:rPr lang="en-US" sz="3200" b="0" dirty="0"/>
              <a:t>ML is a subset of AI focused on teaching machines to learn from data.</a:t>
            </a:r>
          </a:p>
          <a:p>
            <a:endParaRPr lang="en-US" sz="1400" b="0" dirty="0"/>
          </a:p>
          <a:p>
            <a:r>
              <a:rPr lang="en-US" sz="3200" b="0" dirty="0"/>
              <a:t>It enables computers to make decisions and predictions based on patterns in data.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97BE-403B-122E-90D1-2788978A0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06400"/>
            <a:ext cx="4179570" cy="3457971"/>
          </a:xfrm>
        </p:spPr>
        <p:txBody>
          <a:bodyPr/>
          <a:lstStyle/>
          <a:p>
            <a:r>
              <a:rPr lang="en-US" dirty="0"/>
              <a:t>How Machine Learning Works</a:t>
            </a:r>
          </a:p>
        </p:txBody>
      </p:sp>
    </p:spTree>
    <p:extLst>
      <p:ext uri="{BB962C8B-B14F-4D97-AF65-F5344CB8AC3E}">
        <p14:creationId xmlns:p14="http://schemas.microsoft.com/office/powerpoint/2010/main" val="334696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EDBE6233-75E9-40D1-968F-58CA9AD0FF5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750820" y="1396537"/>
            <a:ext cx="8427202" cy="5737715"/>
          </a:xfrm>
        </p:spPr>
        <p:txBody>
          <a:bodyPr>
            <a:normAutofit/>
          </a:bodyPr>
          <a:lstStyle/>
          <a:p>
            <a:r>
              <a:rPr lang="en-US" sz="4000" dirty="0"/>
              <a:t>Supervised Learning: Model learns from labeled data.</a:t>
            </a:r>
          </a:p>
          <a:p>
            <a:endParaRPr lang="en-US" sz="1400" dirty="0"/>
          </a:p>
          <a:p>
            <a:r>
              <a:rPr lang="en-US" sz="4000" dirty="0"/>
              <a:t>Unsupervised Learning: Model finds patterns in unlabeled data.</a:t>
            </a:r>
          </a:p>
          <a:p>
            <a:endParaRPr lang="en-US" sz="1600" dirty="0"/>
          </a:p>
          <a:p>
            <a:r>
              <a:rPr lang="en-US" sz="4000" dirty="0"/>
              <a:t>Reinforcement Learning: Model learns through trial and error.</a:t>
            </a:r>
          </a:p>
          <a:p>
            <a:endParaRPr lang="en-US" sz="40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D9B3-B64F-656A-0D99-161A6C0F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098" y="170586"/>
            <a:ext cx="9953308" cy="1780860"/>
          </a:xfrm>
        </p:spPr>
        <p:txBody>
          <a:bodyPr/>
          <a:lstStyle/>
          <a:p>
            <a:r>
              <a:rPr lang="en-US" dirty="0"/>
              <a:t>Applications of AI and ML</a:t>
            </a: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E71298F0-74F1-FECA-0F02-495F9A2EBA7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25730" y="2726575"/>
            <a:ext cx="9953307" cy="337311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/>
              <a:t>Healthcare: Analyzing medical images and predicting outcomes.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2800" dirty="0"/>
              <a:t>Finance: Fraud detection and algorithmic trading.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2800" dirty="0"/>
              <a:t>Entertainment: Movie recommendations on Netflix, video suggestions on YouTube.</a:t>
            </a:r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2800" dirty="0"/>
              <a:t>Transportation: Self-driving cars.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929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8FC28-E0BD-4387-B8BE-9965D1A57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874" y="1671639"/>
            <a:ext cx="5884027" cy="1204912"/>
          </a:xfrm>
        </p:spPr>
        <p:txBody>
          <a:bodyPr/>
          <a:lstStyle/>
          <a:p>
            <a:r>
              <a:rPr lang="en-US" dirty="0"/>
              <a:t>Future of AI and ML</a:t>
            </a:r>
          </a:p>
        </p:txBody>
      </p:sp>
      <p:pic>
        <p:nvPicPr>
          <p:cNvPr id="47" name="Picture Placeholder 46" descr="A person smiling with a shadow on the wall">
            <a:extLst>
              <a:ext uri="{FF2B5EF4-FFF2-40B4-BE49-F238E27FC236}">
                <a16:creationId xmlns:a16="http://schemas.microsoft.com/office/drawing/2014/main" id="{F55BC7A4-EE4B-7EFC-C325-408D66C3CBA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12" r="112"/>
          <a:stretch/>
        </p:blipFill>
        <p:spPr>
          <a:xfrm>
            <a:off x="-28230" y="-9144"/>
            <a:ext cx="5481955" cy="6876288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B8313-9270-4128-8674-3A3E42B8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19BCA-B61F-4EA6-A1FB-CCA3BD8506F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453725" y="3308465"/>
            <a:ext cx="5907176" cy="2889135"/>
          </a:xfrm>
        </p:spPr>
        <p:txBody>
          <a:bodyPr>
            <a:noAutofit/>
          </a:bodyPr>
          <a:lstStyle/>
          <a:p>
            <a:r>
              <a:rPr lang="en-US" sz="2800" dirty="0"/>
              <a:t>AI and ML are transforming industries and solving complex problems.</a:t>
            </a:r>
          </a:p>
          <a:p>
            <a:endParaRPr lang="en-US" sz="1200" dirty="0"/>
          </a:p>
          <a:p>
            <a:r>
              <a:rPr lang="en-US" sz="2800" dirty="0"/>
              <a:t>Ethical considerations like privacy, bias, and job displacement will need attention.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876300"/>
            <a:ext cx="5246255" cy="17098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2861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09140014-73D5-419B-8867-972BB18D5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/>
          <a:p>
            <a:r>
              <a:rPr lang="en-US" sz="3600" dirty="0"/>
              <a:t>Conclusion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4E9A764F-6B65-050E-E561-82F77339D16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03316" y="3323617"/>
            <a:ext cx="8988829" cy="3032733"/>
          </a:xfrm>
        </p:spPr>
        <p:txBody>
          <a:bodyPr>
            <a:normAutofit/>
          </a:bodyPr>
          <a:lstStyle/>
          <a:p>
            <a:r>
              <a:rPr lang="en-US" sz="3600" dirty="0"/>
              <a:t>AI and ML are shaping the future of technology.</a:t>
            </a:r>
          </a:p>
          <a:p>
            <a:endParaRPr lang="en-US" sz="1050" dirty="0"/>
          </a:p>
          <a:p>
            <a:r>
              <a:rPr lang="en-US" sz="3600" dirty="0"/>
              <a:t>They’re creating new opportunities but also pose challenges.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96FFDC-ADE8-4009-A466-A81787258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577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850181"/>
          </a:xfrm>
        </p:spPr>
        <p:txBody>
          <a:bodyPr>
            <a:noAutofit/>
          </a:bodyPr>
          <a:lstStyle/>
          <a:p>
            <a:r>
              <a:rPr lang="en-US" dirty="0" err="1"/>
              <a:t>Faranak</a:t>
            </a:r>
            <a:r>
              <a:rPr lang="en-US" dirty="0"/>
              <a:t> Ashrafi</a:t>
            </a:r>
          </a:p>
          <a:p>
            <a:r>
              <a:rPr lang="en-US" dirty="0"/>
              <a:t>faranakashrafi728@gmail.com</a:t>
            </a:r>
          </a:p>
          <a:p>
            <a:r>
              <a:rPr lang="en-US" dirty="0"/>
              <a:t>https://github.com/Faranak728/CS131-Fall-2024-West.git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presentation</Template>
  <TotalTime>1951</TotalTime>
  <Words>270</Words>
  <Application>Microsoft Office PowerPoint</Application>
  <PresentationFormat>Widescreen</PresentationFormat>
  <Paragraphs>53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Tenorite</vt:lpstr>
      <vt:lpstr>Custom</vt:lpstr>
      <vt:lpstr>Artificial Intelligence &amp; Machine Learning  An Overview by Faranak Ashrafi</vt:lpstr>
      <vt:lpstr>What is Artificial Intelligence?</vt:lpstr>
      <vt:lpstr>Types of AI</vt:lpstr>
      <vt:lpstr>Narrow AI: Performs specific tasks (e.g., Siri, self-driving cars).  General AI: Theoretical concept of machines with human-like intelligence.</vt:lpstr>
      <vt:lpstr>What is Machine Learning?</vt:lpstr>
      <vt:lpstr>How Machine Learning Works</vt:lpstr>
      <vt:lpstr>PowerPoint Presentation</vt:lpstr>
      <vt:lpstr>Applications of AI and ML</vt:lpstr>
      <vt:lpstr>Future of AI and ML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revision>14</cp:revision>
  <dcterms:created xsi:type="dcterms:W3CDTF">2024-12-07T06:31:38Z</dcterms:created>
  <dcterms:modified xsi:type="dcterms:W3CDTF">2024-12-08T15:02:51Z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